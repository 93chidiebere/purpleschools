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84FC"/>
                </a:solidFill>
              </a:rPr>
              <a:t>PURPLESCHOOL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</a:rPr>
              <a:t>Democratizing Exam Success in West Africa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An offline-first, WebGPU-powered AI tutor helping millions of secondary school students pass WAEC, NECO, and JAMB exams through structured, rubric-aligned learning.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931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Founder: Chidiebere V. Christopher  |  Live at: https://purpleschool.org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Powered by Google Gemma &amp; WebGPU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84FC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High failure rates, rote memorization, and no guidance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High WAEC Hurdles: 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Over 2M students sit for WAEC annually. Pass rates in core subjects hover near 50% due to rote memorization (cramming).
</a:t>
            </a:r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Out of Reach Coaching: 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90% of students cannot afford private tutors or structured curriculum prep.
</a:t>
            </a:r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The Grading Black Box: 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Students lose critical marks on written theory papers because they do not know how to layout their working steps or what keywords examiners look for.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84FC"/>
                </a:solidFill>
              </a:rPr>
              <a:t>THE BARRIER TO EXISTING AI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Why ChatGPT and Gemini are out of reach for African students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The Data Cost Wall: 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Mobile data is a major economic burden. Running hours of cloud-based AI queries is financially impossible for the average parent.
</a:t>
            </a:r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Unstable Infrastructure: 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Intermittent network connectivity and power outages render continuous-connection cloud AIs useless during crucial study hours.
</a:t>
            </a:r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Lack of Curriculum Alignment: 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Generic LLMs generate verbose, non-localized responses. They do not know or format answers according to West African exam syllabi.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84FC"/>
                </a:solidFill>
              </a:rPr>
              <a:t>COMPETITIVE ADVANTAGE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Why PurpleSchool defeats generic ChatGPT/Gemini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058400" cy="3657600"/>
        </p:xfrm>
        <a:graphic>
          <a:graphicData uri="http://schemas.openxmlformats.org/drawingml/2006/table">
            <a:tbl>
              <a:tblPr/>
              <a:tblGrid>
                <a:gridCol w="3352800"/>
                <a:gridCol w="3352800"/>
                <a:gridCol w="335280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084FC"/>
                          </a:solidFill>
                        </a:rPr>
                        <a:t>Dimension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8FAFC"/>
                          </a:solidFill>
                        </a:rPr>
                        <a:t>ChatGPT / Gemini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8FAFC"/>
                          </a:solidFill>
                        </a:rPr>
                        <a:t>PurpleSchool Local AI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</a:rPr>
                        <a:t>Solving Logic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</a:rPr>
                        <a:t>Generates generic blocks of text.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</a:rPr>
                        <a:t>Produces model answers structured specifically to WAEC guidelines.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</a:rPr>
                        <a:t>Marking Schemes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</a:rPr>
                        <a:t>Unaware of localized exam grading criteria.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</a:rPr>
                        <a:t>Annotates answers with Method Marks [M1] and Accuracy Marks [A1].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</a:rPr>
                        <a:t>Data &amp; Network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</a:rPr>
                        <a:t>Requires high-speed internet continuously.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</a:rPr>
                        <a:t>Works completely offline via browser WebGPU SLM.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</a:rPr>
                        <a:t>Running Cost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</a:rPr>
                        <a:t>Expensive API token billing.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</a:rPr>
                        <a:t>Zero incremental cost. Executed on the user's device GPU.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84FC"/>
                </a:solidFill>
              </a:rPr>
              <a:t>THE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PurpleSchool: The Offline-First Model Answer Engine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Structured Model Answers: 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The AI structures responses exactly like exam booklets, highlighting the specific steps required to secure full marks.
</a:t>
            </a:r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Client-Side Runtime: 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Uses WebGPU and WebAssembly. No API calls, no server database costs. Run entirely on-device.
</a:t>
            </a:r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High Motivation Loop: 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Utilizes gamification (streaks, levels, achievements) to build daily learning habits naturally.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84FC"/>
                </a:solidFill>
              </a:rPr>
              <a:t>TECHNOLOGY STACK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Zero server costs. Fast local inference.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Model Runtime: 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Runs Google's Gemma-2-2B-It (quantized 4-bit, 1.4GB) locally via WebGPU/Wasm.
</a:t>
            </a:r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Browser Caching: 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PWA Service Workers store assets and model weights directly in IndexedDB. Loads instantly after first install.
</a:t>
            </a:r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Local RAG Engine: 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A lightweight local JavaScript indexing script queries a highly compressed JSON database of WAEC marking schemes and feeds context straight into the local Gemma model.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84FC"/>
                </a:solidFill>
              </a:rPr>
              <a:t>MARKET OPPORTUNITY &amp; TRACTION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Early validation &amp; huge scaling potential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Current Traction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</a:rPr>
              <a:t>3 Active Users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Validating local WebGPU loading, database integrity, and gamified streak mechanics on test devices.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Live Platform: https://purpleschool.org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3504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Market Potential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35040" y="21031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84FC"/>
                </a:solidFill>
              </a:rPr>
              <a:t>5 Million+ Students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035040" y="274320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Targeting WAEC, NECO, and JAMB candidates across Nigeria, Ghana, Sierra Leone, Liberia, and The Gambia.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84FC"/>
                </a:solidFill>
              </a:rPr>
              <a:t>BUSINESS MODEL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A sustainable, impact-driven framework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Freemium Student Access: 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Core learning app, offline math AI tutor, and gamified streaks are 100% free for all students.
</a:t>
            </a:r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Sponsor-a-Student Model: 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Donation model (₦5,000/month) allowing parents, alumni, and organizations to sponsor low-income students' offline database upgrades.
</a:t>
            </a:r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B2B School Portals: 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A premium subscription tier for secondary schools, providing teachers and administrators with student study analytics and syllabus progress reports.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84FC"/>
                </a:solidFill>
              </a:rPr>
              <a:t>WHY GOOGLE AI ACCELERATOR?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Accelerating educational equality in Africa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Gemma Optimizations: 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Collaborate with Google engineers to optimize Gemma 2 2B runtimes for low-spec Android devices.
</a:t>
            </a:r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Browser storage alignment: 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Work with Chrome's engineers on caching capacities and WebGPU configurations for PWAs.
</a:t>
            </a:r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Ingestion Power: 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Leverage Google Cloud credits to run bulk scraping and parsing models to ingest 30+ years of West African past exam questions and rubrics into our database.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84FC"/>
                </a:solidFill>
              </a:rPr>
              <a:t>THE TEAM &amp; VISION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</a:rPr>
              <a:t>Mission-driven execution for educational equity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Chidiebere V. Christopher, Founder &amp; Lead Developer: 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Full-stack engineer building the core offline-first gamified learning architecture, dedicated to making high-quality tutoring free for West African youth.
</a:t>
            </a:r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• Our Core Vision: 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We believe that financial status or network reliability should not dictate a student's educational outcomes. We are building the infrastructure to make advanced AI accessible on any device, anywhere, for free.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2026-07-06T17:38:48Z</dcterms:created>
  <dcterms:modified xsi:type="dcterms:W3CDTF">2026-07-06T17:38:48Z</dcterms:modified>
</cp:coreProperties>
</file>